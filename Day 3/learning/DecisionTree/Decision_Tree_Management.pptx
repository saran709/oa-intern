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-2124" y="-11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39E35-6BA0-4AFF-BCED-833980E024D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A973C-6DBE-48B3-8712-E27FB12FF3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859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asking: how do you decide whether to approve a loan? Most answers are a series of yes/no questions. That is a decision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node types. Emphasise that leaves hold the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read out the rule for each leaf. Then ask: what other question would you add?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arithmetic live on the board. Stress: the algorithm tries every feature and threshold and keeps the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a student who memorises last year's paper versus one who understands the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that regulated industries value interpretability, which is why trees remain popular.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FD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data into transparent, rule-based business decisions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decision tree?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flowchart learned from data: each question splits customers into more similar groups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learning: works for classification (Yes/No) and regression (a number)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like "if-then" rules, so managers can explain and audit 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little data preparation and handles numbers and categories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120640" y="118872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1F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question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120640" y="219456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node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question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3200400"/>
            <a:ext cx="3474720" cy="731520"/>
          </a:xfrm>
          <a:prstGeom prst="roundRect">
            <a:avLst>
              <a:gd name="adj" fmla="val 12500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node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0" y="1920240"/>
            <a:ext cx="0" cy="274320"/>
          </a:xfrm>
          <a:prstGeom prst="line">
            <a:avLst/>
          </a:prstGeom>
          <a:noFill/>
          <a:ln w="19050">
            <a:solidFill>
              <a:srgbClr val="7A8B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2926080"/>
            <a:ext cx="0" cy="274320"/>
          </a:xfrm>
          <a:prstGeom prst="line">
            <a:avLst/>
          </a:prstGeom>
          <a:noFill/>
          <a:ln w="19050">
            <a:solidFill>
              <a:srgbClr val="7A8B99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Should we approve this loan?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291840" y="118872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F3A5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≥ 700?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246888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≥ ₹50k?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24688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3A7D4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926080" y="3749040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B089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>
            <a:off x="2468880" y="1828800"/>
            <a:ext cx="2103120" cy="640080"/>
          </a:xfrm>
          <a:prstGeom prst="line">
            <a:avLst/>
          </a:prstGeom>
          <a:noFill/>
          <a:ln w="19050">
            <a:solidFill>
              <a:srgbClr val="7A8B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828800"/>
            <a:ext cx="2468880" cy="640080"/>
          </a:xfrm>
          <a:prstGeom prst="line">
            <a:avLst/>
          </a:prstGeom>
          <a:noFill/>
          <a:ln w="19050">
            <a:solidFill>
              <a:srgbClr val="7A8B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554480" y="3108960"/>
            <a:ext cx="914400" cy="640080"/>
          </a:xfrm>
          <a:prstGeom prst="line">
            <a:avLst/>
          </a:prstGeom>
          <a:noFill/>
          <a:ln w="19050">
            <a:solidFill>
              <a:srgbClr val="7A8B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3108960"/>
            <a:ext cx="1645920" cy="640080"/>
          </a:xfrm>
          <a:prstGeom prst="line">
            <a:avLst/>
          </a:prstGeom>
          <a:noFill/>
          <a:ln w="19050">
            <a:solidFill>
              <a:srgbClr val="7A8B9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17520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</a:rPr>
              <a:t>Yes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</a:rPr>
              <a:t>No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291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</a:rPr>
              <a:t>Yes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291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5F"/>
                </a:solidFill>
              </a:rPr>
              <a:t>No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840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path from root to leaf is one business rule.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tree choose a split?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make each group as "pure" as possible. Purity is measured by Gini impurity (or entropy).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EAF1F7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= 1 − Σ p²   (0 = pure, 0.5 = fully mixed for two classes)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888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customers: 6 buy, 4 do not → Gini = 1 − (0.6² + 0.4²) = 0.48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on Age &lt; 30: young group 4 (1 buy) → 0.375; older group 6 (5 buy) → 0.278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Gini = 0.4×0.375 + 0.6×0.278 ≈ 0.32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 = 0.48 − 0.32 = 0.16 → the tree picks the split with the highest gain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and pruning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7A8B9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shallow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Underfits: misses patterns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337560" y="128016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2A9D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right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Generalises to new data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126480" y="128016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E76F51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deep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Overfits: memorises noise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unrestricted tree can end with one customer per leaf: perfect on old data, poor on new data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it with max depth, minimum samples per leaf, or pruning weak branches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judge the tree on a held-out test set, not on training data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uses, strengths and limits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managers use it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scoring and fraud flags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segmentation and targeting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attrition risk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5544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Easy to explain and visualise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 scaling of data needed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Unstable: small data changes alter the tree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Single trees are less accurate; Random Forests fix this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discussion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asks a sequence of yes/no questions to predict an outcome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are chosen to maximise purity (information gain)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or limit depth to avoid overfitting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are best when explainability matters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EAF1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Where in your own organisation could a decision tree replace a gut-feel decision? What data would you need?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551</Words>
  <Application>Microsoft Office PowerPoint</Application>
  <PresentationFormat>On-screen Show (16:9)</PresentationFormat>
  <Paragraphs>71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</cp:revision>
  <dcterms:created xsi:type="dcterms:W3CDTF">2026-09-23T16:02:48Z</dcterms:created>
  <dcterms:modified xsi:type="dcterms:W3CDTF">2026-10-04T12:50:53Z</dcterms:modified>
</cp:coreProperties>
</file>