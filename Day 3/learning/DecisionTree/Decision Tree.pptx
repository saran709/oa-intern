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6" r:id="rId5"/>
    <p:sldId id="265" r:id="rId6"/>
    <p:sldId id="267" r:id="rId7"/>
    <p:sldId id="270" r:id="rId8"/>
    <p:sldId id="258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902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581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04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88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790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63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784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690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59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244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11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93248-050D-4A43-8A9D-5A23F0720AB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27AA2-E8F9-4F77-9971-B85E53E6F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180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Decision Tree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11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Decision Tree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decision tree is a supervised learning algorithm used for both classification and regression tasks.</a:t>
            </a:r>
          </a:p>
          <a:p>
            <a:r>
              <a:rPr lang="en-US" dirty="0" smtClean="0"/>
              <a:t>It has a hierarchical tree structure which consists of a root node, branches, internal nodes and leaf nodes.</a:t>
            </a:r>
          </a:p>
          <a:p>
            <a:r>
              <a:rPr lang="en-US" dirty="0" smtClean="0"/>
              <a:t>It works like a flowchart that helps in making step-by-step decisions, where:</a:t>
            </a:r>
          </a:p>
          <a:p>
            <a:pPr marL="0" indent="0">
              <a:buNone/>
            </a:pPr>
            <a:r>
              <a:rPr lang="en-US" dirty="0" smtClean="0"/>
              <a:t>Internal nodes represent attribute tests</a:t>
            </a:r>
          </a:p>
          <a:p>
            <a:pPr marL="0" indent="0">
              <a:buNone/>
            </a:pPr>
            <a:r>
              <a:rPr lang="en-US" dirty="0" smtClean="0"/>
              <a:t>Branches represent attribute values</a:t>
            </a:r>
          </a:p>
          <a:p>
            <a:pPr marL="0" indent="0">
              <a:buNone/>
            </a:pPr>
            <a:r>
              <a:rPr lang="en-US" dirty="0" smtClean="0"/>
              <a:t>Leaf nodes represent final decisions or predictions.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17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Decision Tree diagram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10515600" cy="4351338"/>
          </a:xfrm>
        </p:spPr>
      </p:pic>
    </p:spTree>
    <p:extLst>
      <p:ext uri="{BB962C8B-B14F-4D97-AF65-F5344CB8AC3E}">
        <p14:creationId xmlns:p14="http://schemas.microsoft.com/office/powerpoint/2010/main" val="212296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66582"/>
            <a:ext cx="10515600" cy="437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7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Entropy?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Definition: A statistical measure of uncertainty, impurity, disorder or mixed classes in  a node.</a:t>
            </a:r>
          </a:p>
          <a:p>
            <a:r>
              <a:rPr lang="en-US" dirty="0" smtClean="0"/>
              <a:t>Scale: Ranges from 0 to 1 (for binary classification).</a:t>
            </a:r>
          </a:p>
          <a:p>
            <a:r>
              <a:rPr lang="en-US" dirty="0" smtClean="0"/>
              <a:t>Low Entropy (close to 0): The data is pure and homogeneous; most items belong to a single class.</a:t>
            </a:r>
          </a:p>
          <a:p>
            <a:r>
              <a:rPr lang="en-US" dirty="0" smtClean="0"/>
              <a:t>High Entropy (close to 1): The data is evenly split between different classes, making prediction hard.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260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Entropy formula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5076" y="2754128"/>
            <a:ext cx="9574824" cy="2017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7347" y="1793631"/>
            <a:ext cx="638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Entropy is measured by the formula: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647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Gini Index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09093"/>
            <a:ext cx="8604738" cy="23888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0777" y="1690688"/>
            <a:ext cx="457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formula is given below:</a:t>
            </a:r>
          </a:p>
        </p:txBody>
      </p:sp>
    </p:spTree>
    <p:extLst>
      <p:ext uri="{BB962C8B-B14F-4D97-AF65-F5344CB8AC3E}">
        <p14:creationId xmlns:p14="http://schemas.microsoft.com/office/powerpoint/2010/main" val="247966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Play tennis 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00" y="1825625"/>
            <a:ext cx="110167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5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8786" y="1825625"/>
            <a:ext cx="71344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3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171</Words>
  <Application>Microsoft Office PowerPoint</Application>
  <PresentationFormat>Widescreen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Decision Tree </vt:lpstr>
      <vt:lpstr>Decision Tree</vt:lpstr>
      <vt:lpstr>Decision Tree diagram</vt:lpstr>
      <vt:lpstr>PowerPoint Presentation</vt:lpstr>
      <vt:lpstr>What is Entropy? </vt:lpstr>
      <vt:lpstr>Entropy formula</vt:lpstr>
      <vt:lpstr>Gini Index</vt:lpstr>
      <vt:lpstr>Play tennis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 </dc:title>
  <dc:creator>Madan kartheessan</dc:creator>
  <cp:lastModifiedBy>Madan kartheessan</cp:lastModifiedBy>
  <cp:revision>11</cp:revision>
  <dcterms:created xsi:type="dcterms:W3CDTF">2026-09-25T10:44:15Z</dcterms:created>
  <dcterms:modified xsi:type="dcterms:W3CDTF">2026-10-13T08:16:26Z</dcterms:modified>
</cp:coreProperties>
</file>